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8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3" d="100"/>
          <a:sy n="93" d="100"/>
        </p:scale>
        <p:origin x="-726" y="4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6DA96-2E19-446D-9CCA-4A66032188DB}" type="datetimeFigureOut">
              <a:rPr lang="en-US" smtClean="0"/>
              <a:pPr/>
              <a:t>1/6/2023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A2282C-6E48-47C0-BD64-BA3F2F4EF3AA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Connecting </a:t>
            </a:r>
            <a:r>
              <a:rPr lang="en-US" smtClean="0"/>
              <a:t>to Data Source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Tableau Data Sources</a:t>
            </a:r>
            <a:endParaRPr lang="en-US" b="1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62012" y="2062956"/>
            <a:ext cx="7419975" cy="3600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1. Databases</a:t>
            </a:r>
            <a:endParaRPr lang="en-US" b="1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14362" y="1801019"/>
            <a:ext cx="7915275" cy="4124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2. Flat files</a:t>
            </a:r>
            <a:endParaRPr lang="en-US" b="1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81025" y="1753394"/>
            <a:ext cx="7981950" cy="421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smtClean="0"/>
              <a:t>3. Web Data Connectors</a:t>
            </a:r>
            <a:endParaRPr lang="en-US" b="1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66737" y="1781969"/>
            <a:ext cx="8220105" cy="42713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2536" y="980728"/>
            <a:ext cx="9182100" cy="3448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392755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1038225"/>
            <a:ext cx="8591550" cy="4781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567390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Tableau Desktop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-94249" y="1000108"/>
            <a:ext cx="9238249" cy="5643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Joins</a:t>
            </a:r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1477352"/>
            <a:ext cx="6755898" cy="2625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34870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Inner Joins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204864"/>
            <a:ext cx="8567475" cy="2304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357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Left Joins</a:t>
            </a: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13" y="1916832"/>
            <a:ext cx="9002384" cy="2376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553808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Right Joins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6413" y="2719388"/>
            <a:ext cx="5591175" cy="1419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69584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Inner Joins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348880"/>
            <a:ext cx="7142101" cy="21486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45547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30</Words>
  <Application>Microsoft Office PowerPoint</Application>
  <PresentationFormat>On-screen Show (4:3)</PresentationFormat>
  <Paragraphs>11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Connecting to Data Source</vt:lpstr>
      <vt:lpstr>Tableau Data Sources</vt:lpstr>
      <vt:lpstr>1. Databases</vt:lpstr>
      <vt:lpstr>2. Flat files</vt:lpstr>
      <vt:lpstr>3. Web Data Connectors</vt:lpstr>
      <vt:lpstr>PowerPoint Presentation</vt:lpstr>
      <vt:lpstr>PowerPoint Presentation</vt:lpstr>
      <vt:lpstr>Tableau Desktop</vt:lpstr>
      <vt:lpstr>Joins</vt:lpstr>
      <vt:lpstr>Inner Joins</vt:lpstr>
      <vt:lpstr>Left Joins</vt:lpstr>
      <vt:lpstr>Right Joins</vt:lpstr>
      <vt:lpstr>Inner Joins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AI&amp;DS</dc:creator>
  <cp:lastModifiedBy>Administrator</cp:lastModifiedBy>
  <cp:revision>14</cp:revision>
  <dcterms:created xsi:type="dcterms:W3CDTF">2023-01-05T10:21:52Z</dcterms:created>
  <dcterms:modified xsi:type="dcterms:W3CDTF">2023-01-06T08:05:43Z</dcterms:modified>
</cp:coreProperties>
</file>