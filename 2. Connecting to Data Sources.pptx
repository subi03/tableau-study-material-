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5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Tableau Data Sources</a:t>
            </a:r>
            <a:endParaRPr lang="en-US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62012" y="2062956"/>
            <a:ext cx="741997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1. Databases</a:t>
            </a:r>
            <a:endParaRPr lang="en-US" b="1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4362" y="1801019"/>
            <a:ext cx="7915275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2. Flat files</a:t>
            </a:r>
            <a:endParaRPr lang="en-US" b="1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81025" y="1753394"/>
            <a:ext cx="7981950" cy="421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3. Web Data Connectors</a:t>
            </a:r>
            <a:endParaRPr lang="en-US" b="1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66737" y="1781969"/>
            <a:ext cx="8220105" cy="4271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Tableau Desktop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-94249" y="1000108"/>
            <a:ext cx="9238249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17</Words>
  <Application>Microsoft Office PowerPoint</Application>
  <PresentationFormat>On-screen Show (4:3)</PresentationFormat>
  <Paragraphs>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Tableau Data Sources</vt:lpstr>
      <vt:lpstr>1. Databases</vt:lpstr>
      <vt:lpstr>2. Flat files</vt:lpstr>
      <vt:lpstr>3. Web Data Connectors</vt:lpstr>
      <vt:lpstr>Tableau Desktop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AI&amp;DS</dc:creator>
  <cp:lastModifiedBy>AI&amp;DS</cp:lastModifiedBy>
  <cp:revision>10</cp:revision>
  <dcterms:created xsi:type="dcterms:W3CDTF">2023-01-05T10:21:52Z</dcterms:created>
  <dcterms:modified xsi:type="dcterms:W3CDTF">2023-01-06T03:58:40Z</dcterms:modified>
</cp:coreProperties>
</file>