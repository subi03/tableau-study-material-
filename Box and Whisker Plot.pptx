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1BA61-03EA-40EC-B327-3A8DC4E5AEE6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1D37C-50A0-4BAE-9724-3559882FBF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Box and Whisker Plot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Box Plot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468" y="785794"/>
            <a:ext cx="8832532" cy="577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00900" y="5214950"/>
            <a:ext cx="19431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" y="1238250"/>
            <a:ext cx="91059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286909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25009"/>
            <a:ext cx="8229600" cy="407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99486"/>
            <a:ext cx="8229600" cy="4327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Horizontal Bars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79260"/>
            <a:ext cx="8229600" cy="3967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Adding Reference lines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79106"/>
            <a:ext cx="8229600" cy="396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</Words>
  <Application>Microsoft Office PowerPoint</Application>
  <PresentationFormat>On-screen Show (4:3)</PresentationFormat>
  <Paragraphs>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Box and Whisker Plot</vt:lpstr>
      <vt:lpstr>Box Plot</vt:lpstr>
      <vt:lpstr>Slide 3</vt:lpstr>
      <vt:lpstr>Slide 4</vt:lpstr>
      <vt:lpstr>Slide 5</vt:lpstr>
      <vt:lpstr>Slide 6</vt:lpstr>
      <vt:lpstr>Horizontal Bars</vt:lpstr>
      <vt:lpstr>Adding Reference lines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 and Whisker Plot</dc:title>
  <dc:creator>AI&amp;DS</dc:creator>
  <cp:lastModifiedBy>AI&amp;DS</cp:lastModifiedBy>
  <cp:revision>5</cp:revision>
  <dcterms:created xsi:type="dcterms:W3CDTF">2023-02-21T09:16:15Z</dcterms:created>
  <dcterms:modified xsi:type="dcterms:W3CDTF">2023-02-21T10:09:20Z</dcterms:modified>
</cp:coreProperties>
</file>