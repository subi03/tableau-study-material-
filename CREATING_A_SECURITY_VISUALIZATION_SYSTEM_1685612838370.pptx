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2" r:id="rId2"/>
    <p:sldId id="278" r:id="rId3"/>
    <p:sldId id="2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30"/>
  </p:normalViewPr>
  <p:slideViewPr>
    <p:cSldViewPr snapToGrid="0">
      <p:cViewPr varScale="1">
        <p:scale>
          <a:sx n="89" d="100"/>
          <a:sy n="89" d="100"/>
        </p:scale>
        <p:origin x="570" y="6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6/1/2023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6/1/2023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CREATING A SECURITY VISUALIZATION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34F78-3BC6-1614-06A2-F11A3EFFB8E0}"/>
              </a:ext>
            </a:extLst>
          </p:cNvPr>
          <p:cNvSpPr txBox="1"/>
          <p:nvPr/>
        </p:nvSpPr>
        <p:spPr>
          <a:xfrm>
            <a:off x="747422" y="1792646"/>
            <a:ext cx="67824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Analyze your Users and their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Review All </a:t>
            </a:r>
            <a:r>
              <a:rPr lang="en-US" sz="2400" dirty="0" err="1">
                <a:solidFill>
                  <a:schemeClr val="bg1"/>
                </a:solidFill>
              </a:rPr>
              <a:t>Datastreams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Access Available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Design Dataflow, Visualizations and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Build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Test and Evaluate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Generate Documentation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DEC1D4-3ED1-73A2-83D9-AD4C2DC4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37" y="74750"/>
            <a:ext cx="4840641" cy="1773555"/>
          </a:xfrm>
        </p:spPr>
        <p:txBody>
          <a:bodyPr/>
          <a:lstStyle/>
          <a:p>
            <a:r>
              <a:rPr lang="en-US" dirty="0"/>
              <a:t>Basic Steps: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6E6AE-D572-4D51-30B5-A64D19A38554}"/>
              </a:ext>
            </a:extLst>
          </p:cNvPr>
          <p:cNvSpPr txBox="1"/>
          <p:nvPr/>
        </p:nvSpPr>
        <p:spPr>
          <a:xfrm>
            <a:off x="7370858" y="3559229"/>
            <a:ext cx="3427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B0604020202020204" pitchFamily="18" charset="0"/>
              </a:rPr>
              <a:t>*** </a:t>
            </a:r>
            <a:r>
              <a:rPr lang="en-US" b="1" u="sng" dirty="0">
                <a:latin typeface="Amasis MT Pro Black" panose="020B0604020202020204" pitchFamily="18" charset="0"/>
              </a:rPr>
              <a:t>REFER PROVIDED XEROX MATERIAL (Security Data Visualization) Pg: 184 to Pg: 195 </a:t>
            </a:r>
            <a:r>
              <a:rPr lang="en-US" b="1" dirty="0">
                <a:latin typeface="Amasis MT Pro Black" panose="020B0604020202020204" pitchFamily="18" charset="0"/>
              </a:rPr>
              <a:t>*** </a:t>
            </a:r>
            <a:endParaRPr lang="en-IN" b="1" dirty="0">
              <a:latin typeface="Amasis MT Pro Black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{8D4393DA-7A5F-45BF-9BB2-61811BCFDD9B}tf11964407_win32</Template>
  <TotalTime>23</TotalTime>
  <Words>58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Amasis MT Pro Black</vt:lpstr>
      <vt:lpstr>Arial</vt:lpstr>
      <vt:lpstr>Calibri</vt:lpstr>
      <vt:lpstr>Courier New</vt:lpstr>
      <vt:lpstr>Gill Sans Nova</vt:lpstr>
      <vt:lpstr>Gill Sans Nova Light</vt:lpstr>
      <vt:lpstr>Sagona Book</vt:lpstr>
      <vt:lpstr>Office Theme</vt:lpstr>
      <vt:lpstr>CREATING A SECURITY VISUALIZATION SYSTEM</vt:lpstr>
      <vt:lpstr>Basic Steps: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 SECURITY VISUALIZATION SYSTEM</dc:title>
  <dc:creator>Bhuvana Senthilkumar</dc:creator>
  <cp:lastModifiedBy>DLL</cp:lastModifiedBy>
  <cp:revision>12</cp:revision>
  <dcterms:created xsi:type="dcterms:W3CDTF">2023-05-06T07:26:57Z</dcterms:created>
  <dcterms:modified xsi:type="dcterms:W3CDTF">2023-06-01T09:46:24Z</dcterms:modified>
</cp:coreProperties>
</file>