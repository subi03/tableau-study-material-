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A5B18-7708-43C0-A147-2185E9560CC4}" type="datetimeFigureOut">
              <a:rPr lang="en-US" smtClean="0"/>
              <a:pPr/>
              <a:t>2/15/2023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F84D9-F4E3-4AC7-AB63-164C7537AD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Dual-Axis</a:t>
            </a:r>
            <a:br>
              <a:rPr lang="en-US" dirty="0"/>
            </a:br>
            <a:r>
              <a:rPr lang="en-US" dirty="0"/>
              <a:t>Combination Chart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Dual-axis combination charts, or Combo Charts, are an effective chart type for </a:t>
            </a:r>
            <a:r>
              <a:rPr lang="en-US" dirty="0" smtClean="0"/>
              <a:t>showing related </a:t>
            </a:r>
            <a:r>
              <a:rPr lang="en-US" dirty="0"/>
              <a:t>information while saving real estate by combining views.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chart type </a:t>
            </a:r>
            <a:r>
              <a:rPr lang="en-US" dirty="0" smtClean="0"/>
              <a:t>is created </a:t>
            </a:r>
            <a:r>
              <a:rPr lang="en-US" dirty="0"/>
              <a:t>with one shared axis, such as an x-axis for date, and two separate axes, such </a:t>
            </a:r>
            <a:r>
              <a:rPr lang="en-US" dirty="0" smtClean="0"/>
              <a:t>as y-axes </a:t>
            </a:r>
            <a:r>
              <a:rPr lang="en-US" dirty="0"/>
              <a:t>for two different measures.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Dual axis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36225"/>
            <a:ext cx="8229600" cy="4453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Creating Dual axis – Changing the type of sales measure to bar chart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45724"/>
            <a:ext cx="8229600" cy="4234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Combined axis</a:t>
            </a:r>
            <a:endParaRPr lang="en-US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676400"/>
            <a:ext cx="8834149" cy="4607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Tree Maps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Use </a:t>
            </a:r>
            <a:r>
              <a:rPr lang="en-US" dirty="0" err="1" smtClean="0"/>
              <a:t>treemaps</a:t>
            </a:r>
            <a:r>
              <a:rPr lang="en-US" dirty="0" smtClean="0"/>
              <a:t> to display data in nested rectangles. You use dimensions to define the structure of the </a:t>
            </a:r>
            <a:r>
              <a:rPr lang="en-US" dirty="0" err="1" smtClean="0"/>
              <a:t>treemap</a:t>
            </a:r>
            <a:r>
              <a:rPr lang="en-US" dirty="0" smtClean="0"/>
              <a:t>, and measures to define the size or color of the individual rectangles. </a:t>
            </a:r>
            <a:endParaRPr lang="en-US" dirty="0" smtClean="0"/>
          </a:p>
          <a:p>
            <a:pPr algn="just"/>
            <a:r>
              <a:rPr lang="en-US" dirty="0" err="1" smtClean="0"/>
              <a:t>Treemaps</a:t>
            </a:r>
            <a:r>
              <a:rPr lang="en-US" dirty="0" smtClean="0"/>
              <a:t> </a:t>
            </a:r>
            <a:r>
              <a:rPr lang="en-US" dirty="0" smtClean="0"/>
              <a:t>are a relatively simple data visualization that can provide insight in a visually attractive format.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Tree Map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44205"/>
            <a:ext cx="8229600" cy="4437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41938"/>
            <a:ext cx="8229600" cy="424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72530"/>
            <a:ext cx="8229600" cy="4181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50287"/>
            <a:ext cx="8229600" cy="4225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Scatter Plot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088910"/>
            <a:ext cx="8229600" cy="354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80138"/>
            <a:ext cx="8229600" cy="416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371600"/>
            <a:ext cx="8968787" cy="446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821547"/>
            <a:ext cx="8229600" cy="4083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64633"/>
            <a:ext cx="8229600" cy="4197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132</Words>
  <Application>Microsoft Office PowerPoint</Application>
  <PresentationFormat>On-screen Show (4:3)</PresentationFormat>
  <Paragraphs>12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Dual-Axis Combination Chart</vt:lpstr>
      <vt:lpstr>Introduction</vt:lpstr>
      <vt:lpstr>Creating Dual axis</vt:lpstr>
      <vt:lpstr>Creating Dual axis – Changing the type of sales measure to bar chart</vt:lpstr>
      <vt:lpstr>Creating Combined axis</vt:lpstr>
      <vt:lpstr>Tree Maps</vt:lpstr>
      <vt:lpstr>Tree Map</vt:lpstr>
      <vt:lpstr>Slide 8</vt:lpstr>
      <vt:lpstr>Slide 9</vt:lpstr>
      <vt:lpstr>Slide 10</vt:lpstr>
      <vt:lpstr>Scatter Plot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Dual-Axis Combination Chart</dc:title>
  <dc:creator>ACER</dc:creator>
  <cp:lastModifiedBy>AI&amp;DS</cp:lastModifiedBy>
  <cp:revision>2</cp:revision>
  <dcterms:created xsi:type="dcterms:W3CDTF">2023-02-14T16:10:04Z</dcterms:created>
  <dcterms:modified xsi:type="dcterms:W3CDTF">2023-02-15T03:29:46Z</dcterms:modified>
</cp:coreProperties>
</file>