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3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F04AA-1ABA-4DAC-8067-2B34ADFA94CA}" type="datetimeFigureOut">
              <a:rPr lang="en-US" smtClean="0"/>
              <a:t>1/28/2023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A0A2-04FB-4EF0-8437-914393545E5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Tableau provides the ability to filter individual views or even entire data sources </a:t>
            </a:r>
            <a:r>
              <a:rPr lang="en-US" dirty="0" smtClean="0"/>
              <a:t>on dimensions</a:t>
            </a:r>
            <a:r>
              <a:rPr lang="en-US" dirty="0"/>
              <a:t>, measures, or sets </a:t>
            </a:r>
            <a:endParaRPr lang="en-US" dirty="0" smtClean="0"/>
          </a:p>
          <a:p>
            <a:pPr algn="just"/>
            <a:r>
              <a:rPr lang="en-US" dirty="0" smtClean="0"/>
              <a:t>This </a:t>
            </a:r>
            <a:r>
              <a:rPr lang="en-US" dirty="0"/>
              <a:t>filtering capability can serve </a:t>
            </a:r>
            <a:r>
              <a:rPr lang="en-US" dirty="0" smtClean="0"/>
              <a:t>a variety </a:t>
            </a:r>
            <a:r>
              <a:rPr lang="en-US" dirty="0"/>
              <a:t>of purposes, including minimizing the size of the data for efficiency </a:t>
            </a:r>
            <a:r>
              <a:rPr lang="en-US" dirty="0" smtClean="0"/>
              <a:t>purposes, cleaning </a:t>
            </a:r>
            <a:r>
              <a:rPr lang="en-US" dirty="0"/>
              <a:t>up underlying data, removing irrelevant dimension members, and </a:t>
            </a:r>
            <a:r>
              <a:rPr lang="en-US" dirty="0" smtClean="0"/>
              <a:t>setting measure </a:t>
            </a:r>
            <a:r>
              <a:rPr lang="en-US" dirty="0"/>
              <a:t>or date ranges for what you want to </a:t>
            </a:r>
            <a:r>
              <a:rPr lang="en-US" dirty="0" smtClean="0"/>
              <a:t>analyze.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Types of filters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Dimension Filter</a:t>
            </a:r>
          </a:p>
          <a:p>
            <a:r>
              <a:rPr lang="en-IN" dirty="0" smtClean="0"/>
              <a:t>Measure Filter</a:t>
            </a:r>
          </a:p>
          <a:p>
            <a:r>
              <a:rPr lang="en-IN" dirty="0" smtClean="0"/>
              <a:t>Macro Filter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Dimension Filter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85766"/>
            <a:ext cx="8229600" cy="435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642918"/>
            <a:ext cx="8501122" cy="5929354"/>
          </a:xfrm>
        </p:spPr>
        <p:txBody>
          <a:bodyPr>
            <a:normAutofit/>
          </a:bodyPr>
          <a:lstStyle/>
          <a:p>
            <a:r>
              <a:rPr lang="en-US" dirty="0"/>
              <a:t>The first, and most basic way to filter out marks on a view, is to select the marks, </a:t>
            </a:r>
            <a:r>
              <a:rPr lang="en-US" dirty="0" smtClean="0"/>
              <a:t>and then </a:t>
            </a:r>
            <a:r>
              <a:rPr lang="en-US" dirty="0"/>
              <a:t>choose to keep or exclude them. </a:t>
            </a:r>
            <a:endParaRPr lang="en-US" dirty="0" smtClean="0"/>
          </a:p>
          <a:p>
            <a:r>
              <a:rPr lang="en-US" dirty="0" smtClean="0"/>
              <a:t>Let’s </a:t>
            </a:r>
            <a:r>
              <a:rPr lang="en-US" dirty="0"/>
              <a:t>say that our boss has an extreme </a:t>
            </a:r>
            <a:r>
              <a:rPr lang="en-US" dirty="0" smtClean="0"/>
              <a:t>aversion to </a:t>
            </a:r>
            <a:r>
              <a:rPr lang="en-US" dirty="0"/>
              <a:t>names that start with the letter “C”, so we want to make sure we remove those </a:t>
            </a:r>
            <a:r>
              <a:rPr lang="en-US" dirty="0" smtClean="0"/>
              <a:t>customers from </a:t>
            </a:r>
            <a:r>
              <a:rPr lang="en-US" dirty="0"/>
              <a:t>the report.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do so, you can go through the list of customers, and </a:t>
            </a:r>
            <a:r>
              <a:rPr lang="en-US" dirty="0" smtClean="0"/>
              <a:t>use </a:t>
            </a:r>
            <a:r>
              <a:rPr lang="en-US" dirty="0" err="1" smtClean="0"/>
              <a:t>multiselect</a:t>
            </a:r>
            <a:r>
              <a:rPr lang="en-US" dirty="0" smtClean="0"/>
              <a:t> </a:t>
            </a:r>
            <a:r>
              <a:rPr lang="en-US" dirty="0"/>
              <a:t>(Ctrl-Click on a PC) to highlight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357166"/>
            <a:ext cx="8715436" cy="1428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After selecting the names that </a:t>
            </a:r>
            <a:r>
              <a:rPr lang="en-US" dirty="0" smtClean="0"/>
              <a:t>you want </a:t>
            </a:r>
            <a:r>
              <a:rPr lang="en-US" dirty="0"/>
              <a:t>to filter, hover over one of the dimension members (in this case, </a:t>
            </a:r>
            <a:r>
              <a:rPr lang="en-US" dirty="0" smtClean="0"/>
              <a:t>customer names</a:t>
            </a:r>
            <a:r>
              <a:rPr lang="en-US" dirty="0"/>
              <a:t>), and click Exclude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1950" y="2000240"/>
            <a:ext cx="8782050" cy="485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"/>
            <a:ext cx="9144000" cy="30718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Note that there is also an option to Keep Only, which would do exactly what it </a:t>
            </a:r>
            <a:r>
              <a:rPr lang="en-US" dirty="0" smtClean="0"/>
              <a:t>sounds like</a:t>
            </a:r>
            <a:r>
              <a:rPr lang="en-US" dirty="0"/>
              <a:t>, and </a:t>
            </a:r>
            <a:r>
              <a:rPr lang="en-US" i="1" dirty="0"/>
              <a:t>keep only the selected names on the view.</a:t>
            </a:r>
          </a:p>
          <a:p>
            <a:r>
              <a:rPr lang="en-US" dirty="0"/>
              <a:t>After choosing Exclude, notice that the Customer Name dimension is added to </a:t>
            </a:r>
            <a:r>
              <a:rPr lang="en-US" dirty="0" smtClean="0"/>
              <a:t>the Filters </a:t>
            </a:r>
            <a:r>
              <a:rPr lang="en-US" dirty="0"/>
              <a:t>Shelf in the upper-left corner of the view: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3000372"/>
            <a:ext cx="7850615" cy="3857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0"/>
            <a:ext cx="5513836" cy="6544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285728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Notice that Tableau created an “Exclude” dimension filter for us when we chose </a:t>
            </a:r>
            <a:r>
              <a:rPr lang="en-US" dirty="0" smtClean="0"/>
              <a:t>to exclude </a:t>
            </a:r>
            <a:r>
              <a:rPr lang="en-US" dirty="0"/>
              <a:t>the three names that start with the letter “C” from the view, as indicated </a:t>
            </a:r>
            <a:r>
              <a:rPr lang="en-US" dirty="0" smtClean="0"/>
              <a:t>by the </a:t>
            </a:r>
            <a:r>
              <a:rPr lang="en-US" dirty="0"/>
              <a:t>box for “Exclude” being checked.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is a summary box at the bottom of </a:t>
            </a:r>
            <a:r>
              <a:rPr lang="en-US" dirty="0" smtClean="0"/>
              <a:t>the filter </a:t>
            </a:r>
            <a:r>
              <a:rPr lang="en-US" dirty="0"/>
              <a:t>that is telling us the criteria for our filter.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currently are excluding 3 of </a:t>
            </a:r>
            <a:r>
              <a:rPr lang="en-US" dirty="0" smtClean="0"/>
              <a:t>793 total </a:t>
            </a:r>
            <a:r>
              <a:rPr lang="en-US" dirty="0"/>
              <a:t>marks, or customer names, from the view.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manual selection of </a:t>
            </a:r>
            <a:r>
              <a:rPr lang="en-US" dirty="0" smtClean="0"/>
              <a:t>individual dimension </a:t>
            </a:r>
            <a:r>
              <a:rPr lang="en-US" dirty="0"/>
              <a:t>members is the most precise form of filtering, but can also be quite tedious.</a:t>
            </a:r>
          </a:p>
          <a:p>
            <a:r>
              <a:rPr lang="en-US" dirty="0"/>
              <a:t>This is especially true when filtering on the Customer Name dimension, </a:t>
            </a:r>
            <a:r>
              <a:rPr lang="en-US" dirty="0" smtClean="0"/>
              <a:t>which has </a:t>
            </a:r>
            <a:r>
              <a:rPr lang="en-US" dirty="0"/>
              <a:t>793 individual dimension members.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85728"/>
            <a:ext cx="4429156" cy="5292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429124" y="2357430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dirty="0"/>
              <a:t>There are two additional tabs that can be used to add rules to a dimension filter. </a:t>
            </a:r>
            <a:endParaRPr lang="en-US" dirty="0" smtClean="0"/>
          </a:p>
          <a:p>
            <a:pPr algn="just"/>
            <a:r>
              <a:rPr lang="en-US" dirty="0" smtClean="0"/>
              <a:t>The Condition </a:t>
            </a:r>
            <a:r>
              <a:rPr lang="en-US" dirty="0"/>
              <a:t>tab allows you to add quantitative thresholds that must be met and the </a:t>
            </a:r>
            <a:r>
              <a:rPr lang="en-US" dirty="0" smtClean="0"/>
              <a:t>Top tab </a:t>
            </a:r>
            <a:r>
              <a:rPr lang="en-US" dirty="0"/>
              <a:t>allows you to focus only on the Top or Bottom dimension members based on a</a:t>
            </a:r>
          </a:p>
          <a:p>
            <a:pPr algn="just"/>
            <a:r>
              <a:rPr lang="en-US" dirty="0"/>
              <a:t>measure of your choosing.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Filters in Tableau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716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Measure filters are similar to dimension filters, but the filtering options are </a:t>
            </a:r>
            <a:r>
              <a:rPr lang="en-US" dirty="0" smtClean="0"/>
              <a:t>different between </a:t>
            </a:r>
            <a:r>
              <a:rPr lang="en-US" dirty="0"/>
              <a:t>the two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0" y="2928934"/>
            <a:ext cx="3409950" cy="360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0"/>
            <a:ext cx="8229600" cy="4525963"/>
          </a:xfrm>
        </p:spPr>
        <p:txBody>
          <a:bodyPr/>
          <a:lstStyle/>
          <a:p>
            <a:r>
              <a:rPr lang="en-US" dirty="0" smtClean="0"/>
              <a:t>we </a:t>
            </a:r>
            <a:r>
              <a:rPr lang="en-US" dirty="0"/>
              <a:t>will choose Sum, which is the default for most measures. </a:t>
            </a:r>
            <a:endParaRPr lang="en-US" dirty="0" smtClean="0"/>
          </a:p>
          <a:p>
            <a:r>
              <a:rPr lang="en-US" dirty="0" smtClean="0"/>
              <a:t>After </a:t>
            </a:r>
            <a:r>
              <a:rPr lang="en-US" dirty="0"/>
              <a:t>making the choice </a:t>
            </a:r>
            <a:r>
              <a:rPr lang="en-US" dirty="0" smtClean="0"/>
              <a:t>of aggregation</a:t>
            </a:r>
            <a:r>
              <a:rPr lang="en-US" dirty="0"/>
              <a:t>, you can choose to filter on a range of values, a minimum threshold, or </a:t>
            </a:r>
            <a:r>
              <a:rPr lang="en-US" dirty="0" smtClean="0"/>
              <a:t>a maximum </a:t>
            </a:r>
            <a:r>
              <a:rPr lang="en-US" dirty="0"/>
              <a:t>threshold: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2714620"/>
            <a:ext cx="5715040" cy="4114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57188" y="142875"/>
            <a:ext cx="8229600" cy="4918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“Range of values” provides the most flexibility and is the best (and only) choice if you</a:t>
            </a:r>
          </a:p>
          <a:p>
            <a:r>
              <a:rPr lang="en-US" dirty="0"/>
              <a:t>want you and your end users to be able to control both the bottom end and top end</a:t>
            </a:r>
          </a:p>
          <a:p>
            <a:r>
              <a:rPr lang="en-US" dirty="0"/>
              <a:t>of the range. For now, I’ll change just the bottom end of the range to be $10,000.</a:t>
            </a:r>
          </a:p>
          <a:p>
            <a:r>
              <a:rPr lang="en-US" dirty="0"/>
              <a:t>After changing the low end to $10,000 and clicking OK, my view looks like this:</a:t>
            </a:r>
          </a:p>
          <a:p>
            <a:r>
              <a:rPr lang="en-US" dirty="0" smtClean="0"/>
              <a:t>|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929718" cy="3745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357158" y="4286256"/>
            <a:ext cx="85725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Note that I now have two filters on the Filters Shelf; one dimension filter and one</a:t>
            </a:r>
          </a:p>
          <a:p>
            <a:r>
              <a:rPr lang="en-US" dirty="0"/>
              <a:t>measure filter. All of the filters that you place here will act as a condition in an AND</a:t>
            </a:r>
          </a:p>
          <a:p>
            <a:r>
              <a:rPr lang="en-US" dirty="0"/>
              <a:t>statement. So at this point, in order for a customer name to be shown on the view, it</a:t>
            </a:r>
          </a:p>
          <a:p>
            <a:r>
              <a:rPr lang="en-US" dirty="0"/>
              <a:t>must not start with the letter “C” and sales must be between $10,000 and $25,043.05.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2457</TotalTime>
  <Words>642</Words>
  <Application>Microsoft Office PowerPoint</Application>
  <PresentationFormat>On-screen Show (4:3)</PresentationFormat>
  <Paragraphs>35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Filters</vt:lpstr>
      <vt:lpstr>Types of filters</vt:lpstr>
      <vt:lpstr>Dimension Filter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Measure Filters in Tableau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COS25</cp:lastModifiedBy>
  <cp:revision>7</cp:revision>
  <dcterms:created xsi:type="dcterms:W3CDTF">2023-01-30T03:19:05Z</dcterms:created>
  <dcterms:modified xsi:type="dcterms:W3CDTF">2023-01-30T04:14:29Z</dcterms:modified>
</cp:coreProperties>
</file>