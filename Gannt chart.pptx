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5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3181-5CD0-436D-BC16-A1C71476CD23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67D79-AF06-4F3F-96D1-CFEDA51C76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3181-5CD0-436D-BC16-A1C71476CD23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67D79-AF06-4F3F-96D1-CFEDA51C76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3181-5CD0-436D-BC16-A1C71476CD23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67D79-AF06-4F3F-96D1-CFEDA51C76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3181-5CD0-436D-BC16-A1C71476CD23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67D79-AF06-4F3F-96D1-CFEDA51C76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3181-5CD0-436D-BC16-A1C71476CD23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67D79-AF06-4F3F-96D1-CFEDA51C76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3181-5CD0-436D-BC16-A1C71476CD23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67D79-AF06-4F3F-96D1-CFEDA51C76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3181-5CD0-436D-BC16-A1C71476CD23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67D79-AF06-4F3F-96D1-CFEDA51C76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3181-5CD0-436D-BC16-A1C71476CD23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67D79-AF06-4F3F-96D1-CFEDA51C76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3181-5CD0-436D-BC16-A1C71476CD23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67D79-AF06-4F3F-96D1-CFEDA51C76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3181-5CD0-436D-BC16-A1C71476CD23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67D79-AF06-4F3F-96D1-CFEDA51C76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3181-5CD0-436D-BC16-A1C71476CD23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67D79-AF06-4F3F-96D1-CFEDA51C76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A3181-5CD0-436D-BC16-A1C71476CD23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67D79-AF06-4F3F-96D1-CFEDA51C760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1143000"/>
          </a:xfrm>
        </p:spPr>
        <p:txBody>
          <a:bodyPr/>
          <a:lstStyle/>
          <a:p>
            <a:r>
              <a:rPr lang="en-US" b="1" dirty="0" smtClean="0"/>
              <a:t>Gantt charts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72518" cy="490063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Gantt charts are traditionally used for visualizing project schedules. </a:t>
            </a:r>
            <a:endParaRPr lang="en-US" dirty="0" smtClean="0"/>
          </a:p>
          <a:p>
            <a:pPr algn="just"/>
            <a:r>
              <a:rPr lang="en-US" dirty="0" smtClean="0"/>
              <a:t>They </a:t>
            </a:r>
            <a:r>
              <a:rPr lang="en-US" dirty="0"/>
              <a:t>are </a:t>
            </a:r>
            <a:r>
              <a:rPr lang="en-US" dirty="0" smtClean="0"/>
              <a:t>effective for </a:t>
            </a:r>
            <a:r>
              <a:rPr lang="en-US" dirty="0"/>
              <a:t>illustrating task durations and dependencies in context of the larger </a:t>
            </a:r>
            <a:r>
              <a:rPr lang="en-US" dirty="0" smtClean="0"/>
              <a:t>business operation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As </a:t>
            </a:r>
            <a:r>
              <a:rPr lang="en-US" dirty="0"/>
              <a:t>with several visualizations that can be built with Tableau, the fact </a:t>
            </a:r>
            <a:r>
              <a:rPr lang="en-US" dirty="0" smtClean="0"/>
              <a:t>that “Gantt </a:t>
            </a:r>
            <a:r>
              <a:rPr lang="en-US" dirty="0"/>
              <a:t>Bar” is a mark type option unlocks some flexibility that allows </a:t>
            </a:r>
            <a:r>
              <a:rPr lang="en-US" dirty="0" smtClean="0"/>
              <a:t>us </a:t>
            </a:r>
            <a:r>
              <a:rPr lang="en-US" dirty="0"/>
              <a:t>to use </a:t>
            </a:r>
            <a:r>
              <a:rPr lang="en-US" dirty="0" smtClean="0"/>
              <a:t>this chart </a:t>
            </a:r>
            <a:r>
              <a:rPr lang="en-US" dirty="0"/>
              <a:t>type in many other ways.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68</Words>
  <Application>Microsoft Office PowerPoint</Application>
  <PresentationFormat>On-screen Show (4:3)</PresentationFormat>
  <Paragraphs>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Gantt charts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AI&amp;DS</dc:creator>
  <cp:lastModifiedBy>AI&amp;DS</cp:lastModifiedBy>
  <cp:revision>3</cp:revision>
  <dcterms:created xsi:type="dcterms:W3CDTF">2023-03-03T03:58:52Z</dcterms:created>
  <dcterms:modified xsi:type="dcterms:W3CDTF">2023-03-03T04:11:03Z</dcterms:modified>
</cp:coreProperties>
</file>