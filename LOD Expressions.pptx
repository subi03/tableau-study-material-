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56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5667-0290-4098-B022-2574B829CA54}" type="datetimeFigureOut">
              <a:rPr lang="en-US" smtClean="0"/>
              <a:t>2/10/2023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6CE0-D159-45C0-97ED-35C6F76FBA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5667-0290-4098-B022-2574B829CA54}" type="datetimeFigureOut">
              <a:rPr lang="en-US" smtClean="0"/>
              <a:t>2/10/2023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6CE0-D159-45C0-97ED-35C6F76FBA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5667-0290-4098-B022-2574B829CA54}" type="datetimeFigureOut">
              <a:rPr lang="en-US" smtClean="0"/>
              <a:t>2/10/2023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6CE0-D159-45C0-97ED-35C6F76FBA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5667-0290-4098-B022-2574B829CA54}" type="datetimeFigureOut">
              <a:rPr lang="en-US" smtClean="0"/>
              <a:t>2/10/2023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6CE0-D159-45C0-97ED-35C6F76FBA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5667-0290-4098-B022-2574B829CA54}" type="datetimeFigureOut">
              <a:rPr lang="en-US" smtClean="0"/>
              <a:t>2/10/2023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6CE0-D159-45C0-97ED-35C6F76FBA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5667-0290-4098-B022-2574B829CA54}" type="datetimeFigureOut">
              <a:rPr lang="en-US" smtClean="0"/>
              <a:t>2/10/2023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6CE0-D159-45C0-97ED-35C6F76FBA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5667-0290-4098-B022-2574B829CA54}" type="datetimeFigureOut">
              <a:rPr lang="en-US" smtClean="0"/>
              <a:t>2/10/2023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6CE0-D159-45C0-97ED-35C6F76FBA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5667-0290-4098-B022-2574B829CA54}" type="datetimeFigureOut">
              <a:rPr lang="en-US" smtClean="0"/>
              <a:t>2/10/2023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6CE0-D159-45C0-97ED-35C6F76FBA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5667-0290-4098-B022-2574B829CA54}" type="datetimeFigureOut">
              <a:rPr lang="en-US" smtClean="0"/>
              <a:t>2/10/2023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6CE0-D159-45C0-97ED-35C6F76FBA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5667-0290-4098-B022-2574B829CA54}" type="datetimeFigureOut">
              <a:rPr lang="en-US" smtClean="0"/>
              <a:t>2/10/2023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6CE0-D159-45C0-97ED-35C6F76FBA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5667-0290-4098-B022-2574B829CA54}" type="datetimeFigureOut">
              <a:rPr lang="en-US" smtClean="0"/>
              <a:t>2/10/2023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C6CE0-D159-45C0-97ED-35C6F76FBA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375667-0290-4098-B022-2574B829CA54}" type="datetimeFigureOut">
              <a:rPr lang="en-US" smtClean="0"/>
              <a:t>2/10/2023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C6CE0-D159-45C0-97ED-35C6F76FBA5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Level of Detail Expressions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85720" y="928670"/>
            <a:ext cx="8700018" cy="328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0034" y="571480"/>
            <a:ext cx="8172714" cy="5429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642918"/>
            <a:ext cx="6477000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85786" y="714356"/>
            <a:ext cx="7358114" cy="3601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224" y="4714884"/>
            <a:ext cx="7286625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Fixed LOD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357298"/>
            <a:ext cx="8897616" cy="5076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71472" y="1000108"/>
            <a:ext cx="7858180" cy="532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14282" y="785794"/>
            <a:ext cx="8929718" cy="5402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85720" y="285728"/>
            <a:ext cx="8143932" cy="4078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14282" y="285728"/>
            <a:ext cx="8786874" cy="47537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44" y="274638"/>
            <a:ext cx="8858312" cy="1439850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After Excluding the category(Furniture), the result has been updated </a:t>
            </a:r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1736736"/>
            <a:ext cx="9144000" cy="4864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57158" y="0"/>
            <a:ext cx="7858180" cy="3581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Include LOD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84119" y="1600200"/>
            <a:ext cx="6775762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6991350" cy="468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3929058" y="1928802"/>
            <a:ext cx="6072230" cy="4929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Include LOD</a:t>
            </a:r>
            <a:endParaRPr lang="en-US" dirty="0"/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571481"/>
            <a:ext cx="6786578" cy="350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43306" y="2962276"/>
            <a:ext cx="5724525" cy="38957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857232"/>
            <a:ext cx="7277100" cy="382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20</Words>
  <Application>Microsoft Office PowerPoint</Application>
  <PresentationFormat>On-screen Show (4:3)</PresentationFormat>
  <Paragraphs>5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Level of Detail Expressions</vt:lpstr>
      <vt:lpstr>Slide 2</vt:lpstr>
      <vt:lpstr>Slide 3</vt:lpstr>
      <vt:lpstr>Slide 4</vt:lpstr>
      <vt:lpstr>Slide 5</vt:lpstr>
      <vt:lpstr>Fixed LOD</vt:lpstr>
      <vt:lpstr>Slide 7</vt:lpstr>
      <vt:lpstr>Slide 8</vt:lpstr>
      <vt:lpstr>Slide 9</vt:lpstr>
      <vt:lpstr>Slide 10</vt:lpstr>
      <vt:lpstr>After Excluding the category(Furniture), the result has been updated </vt:lpstr>
      <vt:lpstr>Slide 12</vt:lpstr>
      <vt:lpstr>Include LOD</vt:lpstr>
      <vt:lpstr>Slide 14</vt:lpstr>
      <vt:lpstr>Slide 15</vt:lpstr>
      <vt:lpstr>Slide 16</vt:lpstr>
      <vt:lpstr>Include LOD</vt:lpstr>
      <vt:lpstr>Slide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AI&amp;DS</dc:creator>
  <cp:lastModifiedBy>AI&amp;DS</cp:lastModifiedBy>
  <cp:revision>14</cp:revision>
  <dcterms:created xsi:type="dcterms:W3CDTF">2023-02-10T04:39:48Z</dcterms:created>
  <dcterms:modified xsi:type="dcterms:W3CDTF">2023-02-10T06:24:44Z</dcterms:modified>
</cp:coreProperties>
</file>