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5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5ADB-5999-4E9D-97B8-F44DD95BEB36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FD90C-F62E-4049-BA25-835547490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5ADB-5999-4E9D-97B8-F44DD95BEB36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FD90C-F62E-4049-BA25-835547490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5ADB-5999-4E9D-97B8-F44DD95BEB36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FD90C-F62E-4049-BA25-835547490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5ADB-5999-4E9D-97B8-F44DD95BEB36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FD90C-F62E-4049-BA25-835547490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5ADB-5999-4E9D-97B8-F44DD95BEB36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FD90C-F62E-4049-BA25-835547490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5ADB-5999-4E9D-97B8-F44DD95BEB36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FD90C-F62E-4049-BA25-835547490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5ADB-5999-4E9D-97B8-F44DD95BEB36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FD90C-F62E-4049-BA25-835547490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5ADB-5999-4E9D-97B8-F44DD95BEB36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FD90C-F62E-4049-BA25-835547490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5ADB-5999-4E9D-97B8-F44DD95BEB36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FD90C-F62E-4049-BA25-835547490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5ADB-5999-4E9D-97B8-F44DD95BEB36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FD90C-F62E-4049-BA25-835547490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05ADB-5999-4E9D-97B8-F44DD95BEB36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FD90C-F62E-4049-BA25-835547490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05ADB-5999-4E9D-97B8-F44DD95BEB36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FD90C-F62E-4049-BA25-835547490A7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Shaping Data for Use with Tableau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US" dirty="0" smtClean="0"/>
              <a:t>Shaping Data for Use with Tableau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600200"/>
            <a:ext cx="8786842" cy="5114948"/>
          </a:xfrm>
        </p:spPr>
        <p:txBody>
          <a:bodyPr/>
          <a:lstStyle/>
          <a:p>
            <a:r>
              <a:rPr lang="en-US" dirty="0"/>
              <a:t>D</a:t>
            </a:r>
            <a:r>
              <a:rPr lang="en-US" dirty="0" smtClean="0"/>
              <a:t>ata was not always in the format that Tableau likes it.</a:t>
            </a:r>
          </a:p>
          <a:p>
            <a:r>
              <a:rPr lang="en-US" dirty="0"/>
              <a:t>When loading data in to Tableau Desktop, the software takes the </a:t>
            </a:r>
            <a:r>
              <a:rPr lang="en-US" dirty="0">
                <a:solidFill>
                  <a:srgbClr val="FF0000"/>
                </a:solidFill>
              </a:rPr>
              <a:t>first row of data </a:t>
            </a:r>
            <a:r>
              <a:rPr lang="en-US" dirty="0"/>
              <a:t>as the </a:t>
            </a:r>
            <a:r>
              <a:rPr lang="en-US" dirty="0">
                <a:solidFill>
                  <a:srgbClr val="FF0000"/>
                </a:solidFill>
              </a:rPr>
              <a:t>headers for the columns </a:t>
            </a:r>
            <a:r>
              <a:rPr lang="en-US" dirty="0"/>
              <a:t>and </a:t>
            </a:r>
            <a:r>
              <a:rPr lang="en-US" dirty="0">
                <a:solidFill>
                  <a:srgbClr val="0070C0"/>
                </a:solidFill>
              </a:rPr>
              <a:t>all subsequent rows as the data points for those headers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2844" y="0"/>
            <a:ext cx="919954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58</Words>
  <Application>Microsoft Office PowerPoint</Application>
  <PresentationFormat>On-screen Show (4:3)</PresentationFormat>
  <Paragraphs>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Shaping Data for Use with Tableau</vt:lpstr>
      <vt:lpstr>Shaping Data for Use with Tableau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Shaping Data for Use with Tableau</dc:title>
  <dc:creator>AI&amp;DS</dc:creator>
  <cp:lastModifiedBy>AI&amp;DS</cp:lastModifiedBy>
  <cp:revision>18</cp:revision>
  <dcterms:created xsi:type="dcterms:W3CDTF">2023-01-20T04:44:26Z</dcterms:created>
  <dcterms:modified xsi:type="dcterms:W3CDTF">2023-01-20T07:57:35Z</dcterms:modified>
</cp:coreProperties>
</file>