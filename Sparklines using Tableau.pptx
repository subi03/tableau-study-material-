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-61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82029-0449-41C7-987D-13E369B0046C}" type="datetimeFigureOut">
              <a:rPr lang="en-IN" smtClean="0"/>
              <a:pPr/>
              <a:t>08-03-2023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B3466-EDBB-41E8-AFAE-40630932560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D14DEC-70B9-50A8-DB34-769A4E9EA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Sparklines using Tableau</a:t>
            </a:r>
            <a:endParaRPr lang="en-I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452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ableau 201: How to Make Sparklines | Evolytics">
            <a:extLst>
              <a:ext uri="{FF2B5EF4-FFF2-40B4-BE49-F238E27FC236}">
                <a16:creationId xmlns:a16="http://schemas.microsoft.com/office/drawing/2014/main" xmlns="" id="{3FD638CD-9B28-8740-86AB-2C4C6241A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87629" y="1068404"/>
            <a:ext cx="8816741" cy="496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736951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C344A3-FFE0-B4C5-9458-8F255FB9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Sparklines: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9BB7C2-B2CF-CA32-C9C0-0AE3B85E0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term sparkline was introduced by Edward Tufte, a data visualization pioneer.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Sparklines are 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condensed graphs or charts that can be used in-line with text or grouped to show trends across several different measures.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 of the most effective corporate chart types for quickly communicating trends.</a:t>
            </a:r>
          </a:p>
        </p:txBody>
      </p:sp>
    </p:spTree>
    <p:extLst>
      <p:ext uri="{BB962C8B-B14F-4D97-AF65-F5344CB8AC3E}">
        <p14:creationId xmlns:p14="http://schemas.microsoft.com/office/powerpoint/2010/main" xmlns="" val="45268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862F8F-7D32-5C99-EDCC-DFAE63EBA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272" y="2540434"/>
            <a:ext cx="10439400" cy="1325563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How to create sparklines in Tableau….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xmlns="" val="1963350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D9E052-6D72-4FF9-CF40-25819080B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b="1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 ‘Measure Names’, then ‘Measure Values’ on your ‘Rows’ shelf.</a:t>
            </a:r>
            <a:br>
              <a:rPr lang="en-US" b="1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84FEBF4-9610-8732-AD14-226C35FFB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95664" y="1366787"/>
            <a:ext cx="9958136" cy="5226518"/>
          </a:xfrm>
        </p:spPr>
      </p:pic>
    </p:spTree>
    <p:extLst>
      <p:ext uri="{BB962C8B-B14F-4D97-AF65-F5344CB8AC3E}">
        <p14:creationId xmlns:p14="http://schemas.microsoft.com/office/powerpoint/2010/main" xmlns="" val="388223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D589E2-81B3-FEF4-65AD-549FF45B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Place a date field on the ‘Columns’ shelf.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A63EAED-2DEB-80DB-1D41-CE08E0B9C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97028" y="1600200"/>
            <a:ext cx="8797944" cy="4525963"/>
          </a:xfrm>
        </p:spPr>
      </p:pic>
    </p:spTree>
    <p:extLst>
      <p:ext uri="{BB962C8B-B14F-4D97-AF65-F5344CB8AC3E}">
        <p14:creationId xmlns:p14="http://schemas.microsoft.com/office/powerpoint/2010/main" xmlns="" val="101989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7549D9-1377-59A3-6E32-174801C6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b="1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the width of the sparklines view to make the trends pop.</a:t>
            </a:r>
            <a:r>
              <a:rPr lang="en-US" b="0" i="0" dirty="0">
                <a:solidFill>
                  <a:srgbClr val="131313"/>
                </a:solidFill>
                <a:effectLst/>
                <a:latin typeface="Red Hat Display"/>
              </a:rPr>
              <a:t/>
            </a:r>
            <a:br>
              <a:rPr lang="en-US" b="0" i="0" dirty="0">
                <a:solidFill>
                  <a:srgbClr val="131313"/>
                </a:solidFill>
                <a:effectLst/>
                <a:latin typeface="Red Hat Display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ADD6ECB5-B9DA-6A6F-0CC3-724C04B9F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20278" y="1690688"/>
            <a:ext cx="10087276" cy="4604233"/>
          </a:xfrm>
        </p:spPr>
      </p:pic>
    </p:spTree>
    <p:extLst>
      <p:ext uri="{BB962C8B-B14F-4D97-AF65-F5344CB8AC3E}">
        <p14:creationId xmlns:p14="http://schemas.microsoft.com/office/powerpoint/2010/main" xmlns="" val="3036220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7A7D77-0BC7-34A9-31BD-3E35AABE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sz="4000" b="1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irrelevant measures from your view.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AEA79B64-2AAA-B96A-1024-C41802EB8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65089" y="1600200"/>
            <a:ext cx="4261822" cy="4525963"/>
          </a:xfrm>
        </p:spPr>
      </p:pic>
    </p:spTree>
    <p:extLst>
      <p:ext uri="{BB962C8B-B14F-4D97-AF65-F5344CB8AC3E}">
        <p14:creationId xmlns:p14="http://schemas.microsoft.com/office/powerpoint/2010/main" xmlns="" val="2083452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F1841D-FF73-BFAD-FF6C-42C86FF1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</a:t>
            </a:r>
            <a:r>
              <a:rPr lang="en-US" b="1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Exclude zero from your axes or remove measures that have little to no fluctuation.</a:t>
            </a:r>
            <a:r>
              <a:rPr lang="en-US" b="0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0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312BD1D-8CFC-863D-E812-85231D943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3599" y="1690688"/>
            <a:ext cx="487212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16E2751-CD5C-9FD5-8607-823C966C1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10328" y="1690688"/>
            <a:ext cx="54683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4251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381E67-9208-436E-5B2F-49F094BE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en-US" sz="4000" b="1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Hide axes and format your view</a:t>
            </a:r>
            <a:r>
              <a:rPr lang="en-US" b="0" i="0" dirty="0">
                <a:solidFill>
                  <a:srgbClr val="131313"/>
                </a:solidFill>
                <a:effectLst/>
                <a:latin typeface="Red Hat Display"/>
              </a:rPr>
              <a:t/>
            </a:r>
            <a:br>
              <a:rPr lang="en-US" b="0" i="0" dirty="0">
                <a:solidFill>
                  <a:srgbClr val="131313"/>
                </a:solidFill>
                <a:effectLst/>
                <a:latin typeface="Red Hat Display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BCEAFF-9FD4-1D01-8F0E-01F0C1114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06084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Hide the Y axis by right clicking on the axis and deselecting “Show  Header”.</a:t>
            </a:r>
          </a:p>
          <a:p>
            <a:pPr marL="0" indent="0">
              <a:buNone/>
            </a:pPr>
            <a:endParaRPr lang="en-US" b="0" i="0" dirty="0">
              <a:solidFill>
                <a:srgbClr val="13131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74E141-F847-2FD9-0DA6-F9ED66D61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77720" y="2059806"/>
            <a:ext cx="6436559" cy="443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8904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128</Words>
  <Application>Microsoft Office PowerPoint</Application>
  <PresentationFormat>Custom</PresentationFormat>
  <Paragraphs>13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Sparklines using Tableau</vt:lpstr>
      <vt:lpstr>Slide 2</vt:lpstr>
      <vt:lpstr>Sparklines:</vt:lpstr>
      <vt:lpstr>How to create sparklines in Tableau….</vt:lpstr>
      <vt:lpstr>1) Place ‘Measure Names’, then ‘Measure Values’ on your ‘Rows’ shelf. </vt:lpstr>
      <vt:lpstr>2) Place a date field on the ‘Columns’ shelf.</vt:lpstr>
      <vt:lpstr>3) Reduce the width of the sparklines view to make the trends pop. </vt:lpstr>
      <vt:lpstr>4) Remove irrelevant measures from your view.</vt:lpstr>
      <vt:lpstr>5) Exclude zero from your axes or remove measures that have little to no fluctuation. </vt:lpstr>
      <vt:lpstr>6) Hide axes and format your view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Sparklines using Tableau</dc:title>
  <dc:creator>919600549120</dc:creator>
  <cp:lastModifiedBy>AI&amp;DS</cp:lastModifiedBy>
  <cp:revision>4</cp:revision>
  <dcterms:created xsi:type="dcterms:W3CDTF">2023-02-19T13:09:10Z</dcterms:created>
  <dcterms:modified xsi:type="dcterms:W3CDTF">2023-03-08T05:08:32Z</dcterms:modified>
</cp:coreProperties>
</file>