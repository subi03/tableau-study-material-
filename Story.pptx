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56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02E55-5F24-42CB-881B-5905906249AE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792BD-083F-49B1-94B5-B904F63735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02E55-5F24-42CB-881B-5905906249AE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792BD-083F-49B1-94B5-B904F63735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02E55-5F24-42CB-881B-5905906249AE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792BD-083F-49B1-94B5-B904F63735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02E55-5F24-42CB-881B-5905906249AE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792BD-083F-49B1-94B5-B904F63735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02E55-5F24-42CB-881B-5905906249AE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792BD-083F-49B1-94B5-B904F63735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02E55-5F24-42CB-881B-5905906249AE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792BD-083F-49B1-94B5-B904F63735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02E55-5F24-42CB-881B-5905906249AE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792BD-083F-49B1-94B5-B904F63735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02E55-5F24-42CB-881B-5905906249AE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792BD-083F-49B1-94B5-B904F63735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02E55-5F24-42CB-881B-5905906249AE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792BD-083F-49B1-94B5-B904F63735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02E55-5F24-42CB-881B-5905906249AE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792BD-083F-49B1-94B5-B904F63735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02E55-5F24-42CB-881B-5905906249AE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792BD-083F-49B1-94B5-B904F63735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02E55-5F24-42CB-881B-5905906249AE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792BD-083F-49B1-94B5-B904F63735C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Story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/>
            <a:r>
              <a:rPr lang="en-US" sz="4000" dirty="0"/>
              <a:t>In Tableau, a </a:t>
            </a:r>
            <a:r>
              <a:rPr lang="en-US" sz="4000" b="1" dirty="0"/>
              <a:t>story</a:t>
            </a:r>
            <a:r>
              <a:rPr lang="en-US" sz="4000" dirty="0"/>
              <a:t> is a sequence of visualizations that work together to convey information. You can create stories to tell a data narrative, provide context, demonstrate how decisions relate to outcomes, or to simply make a compelling case.</a:t>
            </a:r>
          </a:p>
          <a:p>
            <a:pPr algn="just"/>
            <a:r>
              <a:rPr lang="en-US" sz="4000" dirty="0"/>
              <a:t>A story is a sheet, so the methods you use to create, name, and manage worksheets and dashboards also apply to stories (for more details, see Workbooks and Sheets). At the same time, a story is also a collection of sheets, arranged in a sequence. Each individual sheet in a story is called a </a:t>
            </a:r>
            <a:r>
              <a:rPr lang="en-US" sz="4000" b="1" dirty="0"/>
              <a:t>story point</a:t>
            </a:r>
            <a:r>
              <a:rPr lang="en-US" sz="4000" dirty="0"/>
              <a:t>.</a:t>
            </a:r>
          </a:p>
          <a:p>
            <a:pPr algn="just"/>
            <a:r>
              <a:rPr lang="en-US" sz="4000" dirty="0"/>
              <a:t>When you share a story —for example, by publishing a workbook to Tableau Public, Tableau Server, or Tableau Cloud—users can interact with the story to reveal new findings or ask new questions of the data.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857232"/>
            <a:ext cx="9001156" cy="135732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Step 1: Click on the new Story tab to create a new story. You can then add various sheets and dashboards to create a story point.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1026" name="Picture 2" descr="https://media.geeksforgeeks.org/wp-content/uploads/20200731233848/Story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288492" y="-8047037"/>
            <a:ext cx="1285883" cy="12333294"/>
          </a:xfrm>
          <a:prstGeom prst="rect">
            <a:avLst/>
          </a:prstGeom>
          <a:noFill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57356" y="2428868"/>
            <a:ext cx="7062782" cy="4205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9547" y="714356"/>
            <a:ext cx="8924453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338" y="242888"/>
            <a:ext cx="9077325" cy="637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86" y="1500174"/>
            <a:ext cx="9103614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6517" y="428604"/>
            <a:ext cx="8707483" cy="6000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Explore </a:t>
            </a:r>
            <a:r>
              <a:rPr lang="en-US" dirty="0"/>
              <a:t>layout options</a:t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28736"/>
            <a:ext cx="9307001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Format </a:t>
            </a:r>
            <a:r>
              <a:rPr lang="en-US" dirty="0"/>
              <a:t>a story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22" y="1357298"/>
            <a:ext cx="9104478" cy="4161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Fit a dashboard to a story</a:t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0988" y="690563"/>
            <a:ext cx="8582025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Format a story's shading, title, and text objects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142984"/>
            <a:ext cx="6572296" cy="5715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Clear </a:t>
            </a:r>
            <a:r>
              <a:rPr lang="en-US" dirty="0"/>
              <a:t>all formatting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642918"/>
            <a:ext cx="8929718" cy="590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Delete a story point</a:t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428735"/>
            <a:ext cx="6786610" cy="3042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Present your story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1285860"/>
            <a:ext cx="9618817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32</Words>
  <Application>Microsoft Office PowerPoint</Application>
  <PresentationFormat>On-screen Show (4:3)</PresentationFormat>
  <Paragraphs>13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Story</vt:lpstr>
      <vt:lpstr>Story</vt:lpstr>
      <vt:lpstr>Step 1: Click on the new Story tab to create a new story. You can then add various sheets and dashboards to create a story point. </vt:lpstr>
      <vt:lpstr>Slide 4</vt:lpstr>
      <vt:lpstr>Slide 5</vt:lpstr>
      <vt:lpstr>Slide 6</vt:lpstr>
      <vt:lpstr>Slide 7</vt:lpstr>
      <vt:lpstr> Explore layout options  </vt:lpstr>
      <vt:lpstr> Format a story  </vt:lpstr>
      <vt:lpstr>Fit a dashboard to a story  </vt:lpstr>
      <vt:lpstr>Format a story's shading, title, and text objects  </vt:lpstr>
      <vt:lpstr> Clear all formatting   </vt:lpstr>
      <vt:lpstr>Delete a story point  </vt:lpstr>
      <vt:lpstr>Present your story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</dc:title>
  <dc:creator>AI&amp;DS</dc:creator>
  <cp:lastModifiedBy>AI&amp;DS</cp:lastModifiedBy>
  <cp:revision>13</cp:revision>
  <dcterms:created xsi:type="dcterms:W3CDTF">2023-03-31T06:37:53Z</dcterms:created>
  <dcterms:modified xsi:type="dcterms:W3CDTF">2023-03-31T07:04:30Z</dcterms:modified>
</cp:coreProperties>
</file>