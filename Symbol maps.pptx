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7" d="100"/>
          <a:sy n="57" d="100"/>
        </p:scale>
        <p:origin x="-37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A0009-09C5-44F4-85DF-1DB1B554C3B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658D7-7171-45AA-A531-D7D772C2D13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Symbol Maps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Symbol 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symbol maps are great for showing quantitative values for individual locations.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can show one or two quantitative values per location (one value encoded with size, and, if necessary, another encoded with color).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example, you can plot earthquakes recorded between 1981 to 2014 around the world, and size them by magnitude.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can also color the data points by magnitude for additional visual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Creation of Symbol Maps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752600"/>
            <a:ext cx="9144000" cy="4009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Creation of Symbol Maps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676400"/>
            <a:ext cx="9144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 Box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91221"/>
            <a:ext cx="8229600" cy="394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89</Words>
  <Application>Microsoft Office PowerPoint</Application>
  <PresentationFormat>On-screen Show (4:3)</PresentationFormat>
  <Paragraphs>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Symbol Maps</vt:lpstr>
      <vt:lpstr>Symbol Maps</vt:lpstr>
      <vt:lpstr>Creation of Symbol Maps</vt:lpstr>
      <vt:lpstr>Creation of Symbol Maps</vt:lpstr>
      <vt:lpstr>Map Box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COS25</cp:lastModifiedBy>
  <cp:revision>5</cp:revision>
  <dcterms:created xsi:type="dcterms:W3CDTF">2023-02-21T15:52:02Z</dcterms:created>
  <dcterms:modified xsi:type="dcterms:W3CDTF">2023-02-24T09:32:41Z</dcterms:modified>
</cp:coreProperties>
</file>