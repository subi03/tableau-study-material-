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43FFF-09E3-4DFD-9301-08B473BCF30B}" type="datetimeFigureOut">
              <a:rPr lang="en-US" smtClean="0"/>
              <a:pPr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1E921-1BF4-4EA9-98D1-D4654875A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Views of data and records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368280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Views</a:t>
            </a: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357167"/>
            <a:ext cx="8715404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248399"/>
            <a:ext cx="9144000" cy="95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Views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5000636"/>
            <a:ext cx="7929618" cy="916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1785926"/>
            <a:ext cx="7715304" cy="3072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Views – Manual / Automatic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928801"/>
            <a:ext cx="8346786" cy="200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12</Words>
  <Application>Microsoft Office PowerPoint</Application>
  <PresentationFormat>On-screen Show (4:3)</PresentationFormat>
  <Paragraphs>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Views of data and records</vt:lpstr>
      <vt:lpstr>Views</vt:lpstr>
      <vt:lpstr>Views</vt:lpstr>
      <vt:lpstr>Views – Manual / Automatic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Views of data and records</dc:title>
  <dc:creator>AI&amp;DS</dc:creator>
  <cp:lastModifiedBy>AI&amp;DS</cp:lastModifiedBy>
  <cp:revision>4</cp:revision>
  <dcterms:created xsi:type="dcterms:W3CDTF">2023-01-11T08:42:42Z</dcterms:created>
  <dcterms:modified xsi:type="dcterms:W3CDTF">2023-01-21T06:19:52Z</dcterms:modified>
</cp:coreProperties>
</file>