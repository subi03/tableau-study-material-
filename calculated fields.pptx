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B9B46-E500-4E5F-8894-6B917AB8F6D3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C3020-C5A1-484D-BBC6-000FA01EC6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Calculated Field - Definition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44000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do we use Calculated </a:t>
            </a:r>
            <a:r>
              <a:rPr lang="en-IN" dirty="0" err="1" smtClean="0"/>
              <a:t>Filelds</a:t>
            </a:r>
            <a:r>
              <a:rPr lang="en-IN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To segment data</a:t>
            </a:r>
          </a:p>
          <a:p>
            <a:r>
              <a:rPr lang="en-IN" dirty="0" smtClean="0"/>
              <a:t>To convert the data type of a field</a:t>
            </a:r>
          </a:p>
          <a:p>
            <a:r>
              <a:rPr lang="en-IN" dirty="0" smtClean="0"/>
              <a:t>To aggregate data</a:t>
            </a:r>
          </a:p>
          <a:p>
            <a:r>
              <a:rPr lang="en-IN" dirty="0" smtClean="0"/>
              <a:t>To filter results</a:t>
            </a:r>
          </a:p>
          <a:p>
            <a:r>
              <a:rPr lang="en-IN" dirty="0" smtClean="0"/>
              <a:t>To calculate ratios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Calculated fields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1070" y="1336405"/>
            <a:ext cx="8234334" cy="502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35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Calculated Field - Definition</vt:lpstr>
      <vt:lpstr>Why do we use Calculated Filelds?</vt:lpstr>
      <vt:lpstr>Types of Calculated fields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AI&amp;DS</cp:lastModifiedBy>
  <cp:revision>9</cp:revision>
  <dcterms:created xsi:type="dcterms:W3CDTF">2023-02-03T06:33:10Z</dcterms:created>
  <dcterms:modified xsi:type="dcterms:W3CDTF">2023-02-03T07:59:04Z</dcterms:modified>
</cp:coreProperties>
</file>