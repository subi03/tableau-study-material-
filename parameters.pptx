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1C470-4819-4AF6-B98D-57E300A46890}" type="datetimeFigureOut">
              <a:rPr lang="en-US" smtClean="0"/>
              <a:pPr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83302-89E7-4DCF-B59C-188F7238A8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02729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1 – To create TOP N customer Names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8077200" cy="502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990600"/>
            <a:ext cx="8670471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12401" y="762000"/>
            <a:ext cx="9156401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799" y="685800"/>
            <a:ext cx="8688427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</Words>
  <Application>Microsoft Office PowerPoint</Application>
  <PresentationFormat>On-screen Show 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Example 1 – To create TOP N customer Names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AI&amp;DS</cp:lastModifiedBy>
  <cp:revision>5</cp:revision>
  <dcterms:created xsi:type="dcterms:W3CDTF">2023-02-03T14:48:22Z</dcterms:created>
  <dcterms:modified xsi:type="dcterms:W3CDTF">2023-02-04T06:20:32Z</dcterms:modified>
</cp:coreProperties>
</file>